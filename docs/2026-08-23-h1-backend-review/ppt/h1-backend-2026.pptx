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订单详情 P99（ms）</c:v>
                </c:pt>
              </c:strCache>
            </c:strRef>
          </c:tx>
          <c:spPr>
            <a:solidFill>
              <a:srgbClr val="CBD5E1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475569"/>
                    </a:solidFill>
                    <a:latin typeface="PingFang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BD5E1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改造前</c:v>
                  </c:pt>
                  <c:pt idx="1">
                    <c:v>改造后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210</c:v>
                </c:pt>
                <c:pt idx="1">
                  <c:v>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50" u="none">
                  <a:solidFill>
                    <a:srgbClr val="475569"/>
                  </a:solidFill>
                  <a:latin typeface="PingFang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75569"/>
                </a:solidFill>
                <a:latin typeface="PingFang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发布耗时（min）</c:v>
                </c:pt>
              </c:strCache>
            </c:strRef>
          </c:tx>
          <c:spPr>
            <a:solidFill>
              <a:srgbClr val="CBD5E1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475569"/>
                    </a:solidFill>
                    <a:latin typeface="PingFang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BD5E1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改造前</c:v>
                  </c:pt>
                  <c:pt idx="1">
                    <c:v>改造后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50" u="none">
                  <a:solidFill>
                    <a:srgbClr val="475569"/>
                  </a:solidFill>
                  <a:latin typeface="PingFang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75569"/>
                </a:solidFill>
                <a:latin typeface="PingFang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治理前（机制上线前）</c:v>
                </c:pt>
              </c:strCache>
            </c:strRef>
          </c:tx>
          <c:spPr>
            <a:solidFill>
              <a:srgbClr val="CBD5E1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475569"/>
                    </a:solidFill>
                    <a:latin typeface="PingFang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人工对账工单（单/月）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治理后</c:v>
                </c:pt>
              </c:strCache>
            </c:strRef>
          </c:tx>
          <c:spPr>
            <a:solidFill>
              <a:srgbClr val="2563EB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475569"/>
                    </a:solidFill>
                    <a:latin typeface="PingFang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人工对账工单（单/月）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475569"/>
                  </a:solidFill>
                  <a:latin typeface="PingFang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-12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PingFang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75569"/>
              </a:solidFill>
              <a:latin typeface="PingFang SC"/>
              <a:cs typeface="PingFang S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新人上手周期（周）</c:v>
                </c:pt>
              </c:strCache>
            </c:strRef>
          </c:tx>
          <c:spPr>
            <a:solidFill>
              <a:srgbClr val="CBD5E1"/>
            </a:solidFill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475569"/>
                    </a:solidFill>
                    <a:latin typeface="PingFang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BD5E1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沉淀前</c:v>
                  </c:pt>
                  <c:pt idx="1">
                    <c:v>当前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3.5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050" u="none">
                  <a:solidFill>
                    <a:srgbClr val="475569"/>
                  </a:solidFill>
                  <a:latin typeface="PingFang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75569"/>
                </a:solidFill>
                <a:latin typeface="PingFang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【演讲稿】
各位好，我是订单组后端工程师，今天用十五分钟汇报上半年。先说结论：两条主线——订单中心微服务化改造和 618 大促支付链路保障——都完整交付，迁移零故障、大促零资损；同时带出了两名能独立承接需求的新人。两个不足我会放在明面上讲，最后是下半年三条规划和需要各位拍板的支持。
【口径与来源】
- F-2 本人分工与资历：第 3 年｜口径：职责口径；P6｜来源：00-brief 素材（用户提供）｜置信：实测
【其他来源】
- F-1/F-2 背景与分工口径：00-brief 素材（用户提供，2026-08-23）
【deck】技术团队 TL 与部门总监（半年度绩效述职） · 15 分钟 · 目的：述职 + 成长授权：立住两项专项的个人贡献与可量化收益，认领两个不足，拿到 H2 排期授权与跨团队联建支持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【演讲稿】
这一页是全部结论。四个数字：订单详情 P99 从二百一十毫秒降到七十八毫秒；发布从四十分钟压到八分钟；618 峰值五千二百 QPS，零降级零资损；新人上手周期六周变三周半。我想强调的不是数字，而是数字背后的机制——读写分离加事件总线的拆分设计、弱依赖治理加自动对账的稳定性防线——这些是可复制的资产，不是期末冲刺。两个不足我不回避，各有一条已排期的改进动作，最后需要 TL 的排期授权和总监的跨团队协调。
【口径与来源】
- F-10 订单详情接口 P99 延迟：78 ms｜口径：P99；基期=改造前（2025 年末水平）210 ms；降幅核对 (210−78)/210=62.9%≈63%｜来源：00-brief 素材（转述，待复核 G-1）｜置信：实测
- F-11 发布耗时：8 min｜口径：全量发布口径；基期=单体时期 40 min｜来源：00-brief 素材（转述，待复核 G-1）｜置信：实测
- F-7 大促代号：618｜口径：大促名标识（非数据）｜来源：00-brief 素材（用户提供）｜置信：实测
- F-17 大促峰值支付 QPS：5,200｜口径：618 峰值口径；无历史基线（不做同比）｜来源：00-brief 素材（转述，待复核 G-1）｜置信：实测
- F-27 新人上手周期：3.5 周｜口径：组内观测口径；基期=文档体系沉淀前 6 周｜来源：00-brief 素材（转述，待复核 G-1）｜置信：实测
- F-37 不足一：跨团队推动偏慢：1 周｜口径：brief 给定示例方向；具体里程碑未指定（G-2 匿名化）｜来源：00-brief 素材线索 + 根因表述起草（待人工复核）｜置信：实测
- F-10 订单详情接口 P99 延迟：−63%｜口径：P99；基期=改造前（2025 年末水平）210 ms；降幅核对 (210−78)/210=62.9%≈63%｜来源：00-brief 素材（转述，待复核 G-1）｜置信：实测
- F-11 发布耗时：−80%｜口径：全量发布口径；基期=单体时期 40 min｜来源：00-brief 素材（转述，待复核 G-1）｜置信：实测
- F-27 新人上手周期：−42%｜口径：组内观测口径；基期=文档体系沉淀前 6 周｜来源：00-brief 素材（转述，待复核 G-1）｜置信：实测
【其他来源】
- F-10/F-11/F-17/F-27：监控/发布/工单口径（brief 转述，待复核 G-1）
- F-37/F-38：brief 素材问题线索（根因表述为论证性起草，待人工复核）
【待核实】
- G-1：全部数字为需求设定值（转述），正式使用前与后台逐项核对，不一致以后台为准回填台账
【deck】技术团队 TL 与部门总监（半年度绩效述职） · 15 分钟 · 目的：述职 + 成长授权：立住两项专项的个人贡献与可量化收益，认领两个不足，拿到 H2 排期授权与跨团队联建支持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【演讲稿】
第一条线，订单中心微服务化，一到四月。背景是单体订单中心牵一发动全身，任何改动都要全量回归，迭代互相阻塞。我在专项里独立负责两块：订单查询服务和履约事件总线，从方案设计到落地。结果三层看：十七个核心接口迁完，覆盖日均两千三百万次调用，迁移期间线上零故障；订单详情 P99 从二百一十毫秒降到七十八毫秒；独立部署后发布从四十分钟缩到八分钟，上半年支撑了四十六次迭代发布。方案细节下一页展开。
【口径与来源】
- F-10 订单详情接口 P99 延迟：−63%｜口径：P99；基期=改造前（2025 年末水平）210 ms；降幅核对 (210−78)/210=62.9%≈63%｜来源：00-brief 素材（转述，待复核 G-1）｜置信：实测
- F-11 发布耗时：−80%｜口径：全量发布口径；基期=单体时期 40 min｜来源：00-brief 素材（转述，待复核 G-1）｜置信：实测
- F-8 迁移核心接口：17 个｜口径：1–4 月累计｜来源：00-brief 素材（转述，待复核 G-1）｜置信：实测
- F-9 迁移接口覆盖日均调用：2,300 万次｜口径：日均口径，迁移范围内｜来源：00-brief 素材（转述，待复核 G-1）｜置信：实测
- F-13 迁移期间线上故障：0 起｜口径：1–4 月迁移窗口｜来源：00-brief 素材（转述，待复核 G-1）｜置信：实测
- F-12 上半年支撑需求迭代发布：46 次｜口径：1–6 月累计，拆分后独立部署口径｜来源：00-brief 素材（转述，待复核 G-1）｜置信：实测
【其他来源】
- F-8~F-13：监控/发布系统口径（brief 转述，待复核 G-1）
- 降幅 63% 与 (210−78)/210=62.9% 核对一致（02 台账口径栏）
【deck】技术团队 TL 与部门总监（半年度绩效述职） · 15 分钟 · 目的：述职 + 成长授权：立住两项专项的个人贡献与可量化收益，认领两个不足，拿到 H2 排期授权与跨团队联建支持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【演讲稿】
展开讲我独立设计的两块。上行订单查询服务：原来读写都压在主库，读流量一上来就互相拖累；我做读写分离把读流量切到从库，再给热点订单加本地缓存，P99 降了六成多。下行履约事件总线：原来履约下游同步调用订单接口，任何一方发布都要互相等待；改成订单域事件发布、总线订阅分发，履约链路彻底解耦。两线并行的结构性收益就是发布互不等待——这是发布耗时能从四十分钟缩到八分钟的原因。
【口径与来源】
- F-10 订单详情接口 P99 延迟：78 ms｜口径：P99；基期=改造前（2025 年末水平）210 ms；降幅核对 (210−78)/210=62.9%≈63%｜来源：00-brief 素材（转述，待复核 G-1）｜置信：实测
- F-8 迁移核心接口：17 个｜口径：1–4 月累计｜来源：00-brief 素材（转述，待复核 G-1）｜置信：实测
- F-9 迁移接口覆盖日均调用：2,300 万次｜口径：日均口径，迁移范围内｜来源：00-brief 素材（转述，待复核 G-1）｜置信：实测
- F-11 发布耗时：8 min｜口径：全量发布口径；基期=单体时期 40 min｜来源：00-brief 素材（转述，待复核 G-1）｜置信：实测
【其他来源】
- F-3/F-4：机制描述为 brief 素材（定性）
- F-8~F-11：运行结果（brief 转述，待复核 G-1）
- 步骤 sub 文案为方案要点归纳（02 台账备案，待人工复核）
【deck】技术团队 TL 与部门总监（半年度绩效述职） · 15 分钟 · 目的：述职 + 成长授权：立住两项专项的个人贡献与可量化收益，认领两个不足，拿到 H2 排期授权与跨团队联建支持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【演讲稿】
第二条线，618 大促支付链路保障。我牵头做了三道防线。第一道弱依赖治理：梳理支付回调链路上九个非核心下游，全部做降级预案，保证峰值流量不被旁路服务拖垮。第二道全链路压测：三轮压测推动修复十四个瓶颈项，618 当天峰值五千二百 QPS，零降级、零资损。第三道自动对账补偿：支付失败自动补偿，人工对账工单从月均一百二十单降到九单，释放约六成运维人力；值班三起 P2 告警平均十一分钟定位，都在 SLA 内恢复。这套防线日常也在运行，不只为大促。
【口径与来源】
- F-7 大促代号：618｜口径：大促名标识（非数据）｜来源：00-brief 素材（用户提供）｜置信：实测
- F-17 大促峰值支付 QPS：5,200｜口径：618 峰值口径；无历史基线（不做同比）｜来源：00-brief 素材（转述，待复核 G-1）｜置信：实测
- F-14 梳理并降级非核心下游依赖：9 个｜口径：支付回调链路弱依赖治理｜来源：00-brief 素材（转述，待复核 G-1）｜置信：实测
- F-15 全链路压测：3 轮｜口径：5–6 月大促前｜来源：00-brief 素材（转述，待复核 G-1）｜置信：实测
- F-16 压测推动修复瓶颈项：14 个｜口径：三轮压测累计｜来源：00-brief 素材（转述，待复核 G-1）｜置信：实测
- F-19 人工对账工单（月均）：9 单｜口径：月均口径；基期=机制上线前月均 120 单｜来源：00-brief 素材（转述，待复核 G-1）｜置信：实测
- F-19 人工对账工单（月均）：−92.5%｜口径：月均口径；基期=机制上线前月均 120 单｜来源：00-brief 素材（转述，待复核 G-1）｜置信：实测
- F-20 释放运维人力：约 60%｜口径：基数口径未给（G-4），沿用素材『约』表述｜来源：00-brief 素材（转述，待复核 G-1）｜置信：实测
- F-21 大促值班 P2 告警：3 起｜口径：618 值班期间累计｜来源：00-brief 素材（转述，待复核 G-1）｜置信：实测
- F-22 P2 告警平均定位时间：11 分钟｜口径：平均口径，均在 SLA 内恢复｜来源：00-brief 素材（转述，待复核 G-1）｜置信：实测
【其他来源】
- F-14~F-22：压测报告/工单/值班记录口径（brief 转述，待复核 G-1）
- F-19 降幅 −92.5% 为 (120−9)/120 派生（F-33）
- F-20 释放约 60% 基数未给（G-4，沿用素材『约』表述）
【待核实】
- G-4：释放人力约 60% 的基数口径未给，沿用素材原表述
- G-1：数字为转述设定值，正式使用前与后台核对
【deck】技术团队 TL 与部门总监（半年度绩效述职） · 15 分钟 · 目的：述职 + 成长授权：立住两项专项的个人贡献与可量化收益，认领两个不足，拿到 H2 排期授权与跨团队联建支持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【演讲稿】
第三块是团队贡献。我带了两个应届新人，按八周上手计划推进，两人都提前两周通过转正答辩，现在能独立承接需求。更重要的是把带教变成资产：上半年沉淀二十一篇订单域文档进团队 Wiki，新人上手周期从六周缩到三周半——后面每来一个新人都在复用这套体系。另外主导四次组内分享，缓存设计、分布式事务、压测方法论，参与率九成以上；其中深度问题我在不足页主动讲。
【口径与来源】
- F-27 新人上手周期：−42%｜口径：组内观测口径；基期=文档体系沉淀前 6 周｜来源：00-brief 素材（转述，待复核 G-1）｜置信：实测
- F-23 带教应届新人：2 名｜口径：1–6 月｜来源：00-brief 素材（转述，待复核 G-1）｜置信：实测
- F-24 新人上手计划周期：8 周｜口径：培养方案口径｜来源：00-brief 素材（转述，待复核 G-1）｜置信：实测
- F-25 新人转正进度：提前 2 周｜口径：相对标准转正节奏，两人均是｜来源：00-brief 素材（转述，待复核 G-1）｜置信：实测
- F-26 订单域技术文档：21 篇｜口径：团队 Wiki 累计｜来源：00-brief 素材（转述，待复核 G-1）｜置信：实测
- F-27 新人上手周期：3.5 周｜口径：组内观测口径；基期=文档体系沉淀前 6 周｜来源：00-brief 素材（转述，待复核 G-1）｜置信：实测
- F-28 主导组内技术分享：4 次｜口径：缓存设计/分布式事务/压测方法论等｜来源：00-brief 素材（转述，待复核 G-1）｜置信：实测
- F-29 分享参与率：90%+｜口径：组内口径，分母未给（G-3，保守表述『以上』）｜来源：00-brief 素材（转述，待复核 G-1）｜置信：实测
【其他来源】
- F-23~F-29：Wiki/转正评审/分享记录口径（brief 转述，待复核 G-1）
- F-27 缩短 42% 为 (6−3.5)/6=41.7% 派生（F-33）
- 参与率分母未给（G-3，保守表述『以上』）
【待核实】
- G-3：参与率 90% 分母口径未给，只作组内口径表述
【deck】技术团队 TL 与部门总监（半年度绩效述职） · 15 分钟 · 目的：述职 + 成长授权：立住两项专项的个人贡献与可量化收益，认领两个不足，拿到 H2 排期授权与跨团队联建支持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【演讲稿】
两个不足我自己复盘过。第一个，上半年过度专注专项交付，跨团队沟通前期推动偏慢，导致一个里程碑延期一周。根因不是态度是优先级：我把编码进度排在接口对齐前面，依赖方排期没提前锁定。改进已排期：跨团队依赖开工第一周就锁接口锁排期、双周同步，九月底起纳入例行。第二个，四次分享深度不均，工程实操类讲得透，原理推演类偏浅。下半年按缓存、分布式一致性、容量规划主线做成系列，年底前完成。这两条都接进了下一页规划。
【口径与来源】
- F-37 不足一：跨团队推动偏慢：1 周｜口径：brief 给定示例方向；具体里程碑未指定（G-2 匿名化）｜来源：00-brief 素材线索 + 根因表述起草（待人工复核）｜置信：实测
- F-28 主导组内技术分享：4 次｜口径：缓存设计/分布式事务/压测方法论等｜来源：00-brief 素材（转述，待复核 G-1）｜置信：实测
- F-29 分享参与率：90%+｜口径：组内口径，分母未给（G-3，保守表述『以上』）｜来源：00-brief 素材（转述，待复核 G-1）｜置信：实测
【其他来源】
- F-37/F-38：brief 给定示例方向（G-2：具体里程碑匿名化表述）
- 根因分析与两条改进动作：论证性起草（02 台账备案，待人工复核）
【待核实】
- G-2：延期一周的具体里程碑素材未指定，匿名化表述为『跨团队协作的一个里程碑』
【deck】技术团队 TL 与部门总监（半年度绩效述职） · 15 分钟 · 目的：述职 + 成长授权：立住两项专项的个人贡献与可量化收益，认领两个不足，拿到 H2 排期授权与跨团队联建支持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【演讲稿】
最后是下半年三条规划，都从上半年的沉淀长出来。第一条，把订单拆分方法论推广到履约域，读写分离、事件总线这套打法已在订单域验证，需要 TL 排期授权和协作同学，十二月十五日前完成首阶段。第二条，稳定性资产常态化：大促 SOP 成文、自动对账扩展到资金链路，需要总监协调风控和财务联建，十一月底先完成一次演练。第三条，八周上手计划升级成组内 onboarding 模板，九月底入库，上手周期稳定在三周半。请两位领导现在拍板前两条支持。谢谢。
【口径与来源】
- F-10 订单详情接口 P99 延迟：−63%｜口径：P99；基期=改造前（2025 年末水平）210 ms；降幅核对 (210−78)/210=62.9%≈63%｜来源：00-brief 素材（转述，待复核 G-1）｜置信：实测
- F-11 发布耗时：−80%｜口径：全量发布口径；基期=单体时期 40 min｜来源：00-brief 素材（转述，待复核 G-1）｜置信：实测
- F-19 人工对账工单（月均）：9 单｜口径：月均口径；基期=机制上线前月均 120 单｜来源：00-brief 素材（转述，待复核 G-1）｜置信：实测
- F-20 释放运维人力：约 60%｜口径：基数口径未给（G-4），沿用素材『约』表述｜来源：00-brief 素材（转述，待复核 G-1）｜置信：实测
- F-24 新人上手计划周期：8 周｜口径：培养方案口径｜来源：00-brief 素材（转述，待复核 G-1）｜置信：实测
- F-27 新人上手周期：3.5 周｜口径：组内观测口径；基期=文档体系沉淀前 6 周｜来源：00-brief 素材（转述，待复核 G-1）｜置信：实测
- F-26 订单域技术文档：21 篇｜口径：团队 Wiki 累计｜来源：00-brief 素材（转述，待复核 G-1）｜置信：实测
【其他来源】
- F-34/F-35/F-36：H2 规划为计划起草档（2026-08-23 storyboard 回填，待人工复核）
- F-10/F-11/F-19/F-20/F-24/F-26/F-27：H1 基线（brief 转述，待复核 G-1）
- 资源表述遵循 B-4：不虚构人力/预算数字
【deck】技术团队 TL 与部门总监（半年度绩效述职） · 15 分钟 · 目的：述职 + 成长授权：立住两项专项的个人贡献与可量化收益，认领两个不足，拿到 H2 排期授权与跨团队联建支持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61872"/>
            <a:ext cx="10058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44752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年上半年个人工作汇报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39572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订单更快、大促更稳：两条核心链路零故障零资损——从专项主力到独立 Owner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49300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汇报人：后端研发工程师 P6（入职第 3 年）　｜　对象：技术团队 TL · 部门总监 · 半年度绩效述职　｜　汇报期 2026 年 1 月–6 月 · 订单中心重构 / 支付链路优化 / 新人培养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46451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内部资料 · 请勿外传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管理层摘要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结论：两专项一培养全部兑现，零故障零资损，能力可复制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50292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64515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来源：监控平台 / 发布系统 / 工单后台口径（brief 转述，待复核 G-1）· 基期 = 改造前 / 机制上线前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6451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/ 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3931920" cy="1261872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订单专项把核心接口 P99 从 210 ms 降到 78 ms、发布耗时从 40 min 压到 8 min；618 大促峰值 5,200 QPS 零降级零资损；新人上手周期压到 3.5 周——改善来自机制沉淀，不是期末冲刺。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2724912"/>
            <a:ext cx="3931920" cy="219456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结构性问题（已备 H2 收口计划）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80944"/>
            <a:ext cx="3931920" cy="749808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● 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跨团队推动偏慢，里程碑延期1 周（见不足页）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
</a:t>
            </a:r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● 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分享深度不均：实操类透、原理类浅（见不足页）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DBEA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895344"/>
            <a:ext cx="41148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3858768"/>
            <a:ext cx="3703320" cy="530352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需要您决定：下半年把拆分方法论与稳定性资产推广到履约域与资金链路（见决策请求页）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1417320"/>
            <a:ext cx="192024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78</a:t>
            </a:r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ms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63440" y="2239366"/>
            <a:ext cx="1920240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订单详情 P99</a:t>
            </a:r>
            <a:pPr algn="l"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−63%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20840" y="1417320"/>
            <a:ext cx="192024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min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720840" y="2239366"/>
            <a:ext cx="1920240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发布耗时</a:t>
            </a:r>
            <a:pPr algn="l"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−80%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3017520"/>
            <a:ext cx="192024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5,200</a:t>
            </a:r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QPS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663440" y="3839566"/>
            <a:ext cx="1920240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大促峰值支付</a:t>
            </a:r>
            <a:pPr algn="l"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零资损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20840" y="3017520"/>
            <a:ext cx="192024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3.5</a:t>
            </a:r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周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720840" y="3839566"/>
            <a:ext cx="1920240" cy="59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新人上手周期</a:t>
            </a:r>
            <a:pPr algn="l"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−42%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专项一 · 订单中心微服务化（1 月–4 月）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订单拆分收益：P99 −63%、发布 −80%，迁移零故障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50292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64515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来源：监控平台 / 发布系统（brief 转述，待复核 G-1）· 基期 = 改造前（2025 年末水平）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6451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/ 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5923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订单详情 P99（ms）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627632"/>
          <a:ext cx="2592324" cy="27614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14116" y="1371600"/>
            <a:ext cx="25923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发布耗时（min）</a:t>
            </a:r>
            <a:endParaRPr lang="en-US" sz="105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3214116" y="1627632"/>
          <a:ext cx="2592324" cy="27614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6035040" y="1444752"/>
            <a:ext cx="2651760" cy="841248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▪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背景：单体订单中心牵一发动全身，任何改动都要全量回归，迭代互相阻塞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035040" y="2395728"/>
            <a:ext cx="2651760" cy="841248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▪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动作：独立负责订单查询服务与履约事件总线设计，完成 17 个核心接口迁移，覆盖日均 2,300 万次调用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035040" y="3346704"/>
            <a:ext cx="2651760" cy="841248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▪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结果：迁移期间线上 0 起故障；独立部署后上半年支撑 46 次需求迭代发布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专项一 · 方案设计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读写分离扛读流量，事件总线解耦履约——我独立设计的两块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50292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64515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机制来源：brief 素材（F-3/F-4）；步骤要点为方案归纳（02 台账备案，待人工复核）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6451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/ 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4754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订单查询服务（我设计）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24128" y="1371600"/>
            <a:ext cx="2371344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408176"/>
            <a:ext cx="2261616" cy="396118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读写分离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8992" y="1913656"/>
            <a:ext cx="2261616" cy="458663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读流量切从库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32048" y="1792224"/>
            <a:ext cx="201168" cy="201168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2" name="Shape 10"/>
          <p:cNvSpPr/>
          <p:nvPr/>
        </p:nvSpPr>
        <p:spPr>
          <a:xfrm>
            <a:off x="3669792" y="1371600"/>
            <a:ext cx="2371344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4656" y="1408176"/>
            <a:ext cx="2261616" cy="396118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本地缓存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24656" y="1913656"/>
            <a:ext cx="2261616" cy="458663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热点订单前置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77712" y="1792224"/>
            <a:ext cx="201168" cy="201168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6315456" y="1371600"/>
            <a:ext cx="2371344" cy="1042416"/>
          </a:xfrm>
          <a:prstGeom prst="roundRect">
            <a:avLst>
              <a:gd name="adj" fmla="val 5263"/>
            </a:avLst>
          </a:prstGeom>
          <a:solidFill>
            <a:srgbClr val="DCFCE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15456" y="1417320"/>
            <a:ext cx="2371344" cy="274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6370320" y="1371600"/>
            <a:ext cx="2261616" cy="1042416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P99 降至 78 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743200"/>
            <a:ext cx="4754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履约事件总线（我设计）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24128" y="2724912"/>
            <a:ext cx="2371344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2761488"/>
            <a:ext cx="2261616" cy="396118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订单域事件发布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8992" y="3266968"/>
            <a:ext cx="2261616" cy="458663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状态变更即发事件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32048" y="3145536"/>
            <a:ext cx="201168" cy="201168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4" name="Shape 22"/>
          <p:cNvSpPr/>
          <p:nvPr/>
        </p:nvSpPr>
        <p:spPr>
          <a:xfrm>
            <a:off x="3669792" y="2724912"/>
            <a:ext cx="2371344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24656" y="2761488"/>
            <a:ext cx="2261616" cy="396118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总线订阅分发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24656" y="3266968"/>
            <a:ext cx="2261616" cy="458663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下游按需消费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77712" y="3145536"/>
            <a:ext cx="201168" cy="201168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8" name="Shape 26"/>
          <p:cNvSpPr/>
          <p:nvPr/>
        </p:nvSpPr>
        <p:spPr>
          <a:xfrm>
            <a:off x="6315456" y="2724912"/>
            <a:ext cx="2371344" cy="1042416"/>
          </a:xfrm>
          <a:prstGeom prst="roundRect">
            <a:avLst>
              <a:gd name="adj" fmla="val 5263"/>
            </a:avLst>
          </a:prstGeom>
          <a:solidFill>
            <a:srgbClr val="DCFCE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15456" y="2770632"/>
            <a:ext cx="2371344" cy="274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6370320" y="2724912"/>
            <a:ext cx="2261616" cy="1042416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履约链路解耦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24128" y="3822192"/>
            <a:ext cx="7662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两线并行：查询走读路径优化、履约走异步事件——发布互不等待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041648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" y="4059936"/>
            <a:ext cx="7955280" cy="402336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运行结果　</a:t>
            </a:r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落地结果：接口迁移 17 个 · 日均调用 2,300 万次 · 发布 40 min → 8 min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专项二 · 618 大促支付链路保障（5 月–6 月）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618 零降级零资损：5,200 峰值 QPS 背后是三道防线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50292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64515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来源：压测报告 / 工单后台（brief 转述，待复核 G-1）· 治理前基期 = 机制上线前月均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6451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/ 8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371600"/>
          <a:ext cx="53492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035040" y="1444752"/>
            <a:ext cx="2651760" cy="841248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▪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防线一 · 弱依赖治理：梳理并降级 9 个非核心下游依赖——峰值流量不被旁路拖垮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035040" y="2395728"/>
            <a:ext cx="2651760" cy="841248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▪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防线二 · 全链路压测：3 轮压测推动修复 14 个瓶颈项，支撑峰值支付 5,200 QPS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35040" y="3346704"/>
            <a:ext cx="2651760" cy="841248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▪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防线三 · 自动对账补偿：工单月均 120 单 → 9 单（−92.5%），释放运维人力 约 60%；值班 3 起 P2 告警平均 11 分钟定位，均在 SLA 内恢复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专项三 · 团队协作与新人培养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带人出结果：新人上手周期 −42%，两人提前转正独立承接需求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50292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64515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来源：团队 Wiki / 转正评审记录（brief 转述，待复核 G-1）· 基期 = 文档体系沉淀前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6451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/ 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新人上手周期（周）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627632"/>
          <a:ext cx="5349240" cy="27614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6035040" y="1444752"/>
            <a:ext cx="2651760" cy="841248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▪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带教：2 名应届新人按 8 周上手计划培养，均提前 2 周通过转正答辩，现已独立承接需求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35040" y="2395728"/>
            <a:ext cx="2651760" cy="841248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▪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沉淀：订单域技术文档 21 篇入库团队 Wiki——上手周期 6 周 → 3.5 周的直接支撑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35040" y="3346704"/>
            <a:ext cx="2651760" cy="841248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▪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分享：主导组内技术分享 4 次（缓存设计 / 分布式事务 / 压测方法论），参与率 90%+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不足与反思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两个不足我都认：推动节奏与分享深度，改进动作已排期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50292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64515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问题线索：brief 素材（用户给定示例方向）；根因分析与改进动作为论证性起草（02 台账备案，待人工复核）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6451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 / 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657600" cy="219456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结构性问题（表现 · 根因）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298448"/>
            <a:ext cx="3840480" cy="219456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H2 收口行动（Owner · 截止）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591056"/>
            <a:ext cx="3657600" cy="1316736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45920"/>
            <a:ext cx="41148" cy="1207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" y="1682496"/>
            <a:ext cx="3401568" cy="310896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跨团队推动偏慢，里程碑延期1 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" y="2048256"/>
            <a:ext cx="3401568" cy="786384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根因：过度专注专项内技术交付，跨团队接口与排期对齐让位于编码进度，依赖方排期未提前锁定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87952" y="2121408"/>
            <a:ext cx="475488" cy="256032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4" name="Shape 12"/>
          <p:cNvSpPr/>
          <p:nvPr/>
        </p:nvSpPr>
        <p:spPr>
          <a:xfrm>
            <a:off x="4846320" y="1591056"/>
            <a:ext cx="3840480" cy="1316736"/>
          </a:xfrm>
          <a:prstGeom prst="roundRect">
            <a:avLst>
              <a:gd name="adj" fmla="val 4167"/>
            </a:avLst>
          </a:prstGeom>
          <a:solidFill>
            <a:srgbClr val="DCFCE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645920"/>
            <a:ext cx="41148" cy="1207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4992624" y="1682496"/>
            <a:ext cx="3566160" cy="310896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前置对齐：开工首周锁接口锁排期，双周同步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92624" y="2011680"/>
            <a:ext cx="3566160" cy="420624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Owner：本人（TL 复核）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截止：2026-09-30 起纳入例行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92624" y="2459736"/>
            <a:ext cx="3566160" cy="402336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已与依赖团队约定联调窗口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035808"/>
            <a:ext cx="3657600" cy="1316736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090672"/>
            <a:ext cx="41148" cy="1207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" y="3127248"/>
            <a:ext cx="3401568" cy="310896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分享深度不均：实操类透、原理类浅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3504" y="3493008"/>
            <a:ext cx="3401568" cy="786384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次分享参与率 90%+，但反馈两极——缺一条成体系的主线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87952" y="3566160"/>
            <a:ext cx="475488" cy="256032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3035808"/>
            <a:ext cx="3840480" cy="1316736"/>
          </a:xfrm>
          <a:prstGeom prst="roundRect">
            <a:avLst>
              <a:gd name="adj" fmla="val 4167"/>
            </a:avLst>
          </a:prstGeom>
          <a:solidFill>
            <a:srgbClr val="DCFCE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090672"/>
            <a:ext cx="41148" cy="1207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4992624" y="3127248"/>
            <a:ext cx="3566160" cy="310896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分享系列化：缓存/一致性/容量规划主线三轮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92624" y="3456432"/>
            <a:ext cx="3566160" cy="420624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Owner：本人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截止：2026-12-31 前完成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92624" y="3904488"/>
            <a:ext cx="3566160" cy="402336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与下半年规划第三条衔接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下半年规划 · 决策请求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H2 三条规划：把拆分方法论与稳定性资产复制到更大范围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50292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64515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三条规划为 H2 计划起草档（F-34/F-35/F-36，待人工复核）；基线为 H1 实测（转述待复核 G-1）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321040" y="46451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8229600" cy="896112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335024"/>
            <a:ext cx="7900416" cy="237744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请求 1　履约域微服务化推广（拆分方法论复制）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1600200"/>
            <a:ext cx="7900416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目标：履约核心接口迁出单体，P99/发布对齐订单域水位（基线：订单域已验证 P99 −63%、发布 −80%）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1792" y="1892808"/>
            <a:ext cx="7900416" cy="237744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资源：TL 排期授权 + 协作同学｜Owner：本人（方案设计与落地）｜截止：2026-12-15 前首阶段拆分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267712"/>
            <a:ext cx="8229600" cy="896112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304288"/>
            <a:ext cx="7900416" cy="237744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请求 2　稳定性资产常态化：大促 SOP 成文 + 对账扩展至资金链路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" y="2569464"/>
            <a:ext cx="7900416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目标：非大促日按 SOP 演练，资金链路对账自动化覆盖（基线：人工对账 9 单/月，释放运维人力 约 60%）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1792" y="2862072"/>
            <a:ext cx="7900416" cy="237744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资源：风控/财务对账同学联建（需总监协调）｜Owner：本人（机制设计）+ 值班团队｜截止：2026-11-30 SOP 成文并演练一次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236976"/>
            <a:ext cx="8229600" cy="896112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273552"/>
            <a:ext cx="7900416" cy="237744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请求 3　新人培养标准化：8 周上手计划升级为 onboarding 模板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3538728"/>
            <a:ext cx="7900416" cy="27432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目标：新人上手周期稳定在 3.5 周水位（基线：当前 3.5 周（21 篇文档支撑））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1792" y="3831336"/>
            <a:ext cx="7900416" cy="237744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资源：无需额外资源（复用现有文档与带教机制）｜Owner：本人｜截止：2026-09-30 模板入库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261104"/>
            <a:ext cx="82296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4261104"/>
            <a:ext cx="7900416" cy="36576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需要您现在决定：请 TL 拍板履约域拆分的排期授权与协作人力；请总监协调资金链路对账的跨团队联建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年上半年个人工作汇报</dc:title>
  <dc:subject>PptxGenJS Presentation</dc:subject>
  <dc:creator>后端研发工程师（P6）</dc:creator>
  <cp:lastModifiedBy>后端研发工程师（P6）</cp:lastModifiedBy>
  <cp:revision>1</cp:revision>
  <dcterms:created xsi:type="dcterms:W3CDTF">2026-08-23T23:57:00Z</dcterms:created>
  <dcterms:modified xsi:type="dcterms:W3CDTF">2026-08-23T23:57:00Z</dcterms:modified>
</cp:coreProperties>
</file>